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73152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Git &amp; GitHub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68096" y="1481328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BD5E1"/>
                </a:solidFill>
              </a:rPr>
              <a:t>Curso rápido em 5 aulas práticas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86384" y="2084832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E2E8F0"/>
                </a:solidFill>
              </a:rPr>
              <a:t>Material para ensinar iniciantes em sala: slides, roteiro de 1h por encontro e diagramas de fluxo.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949440" y="914400"/>
            <a:ext cx="3840480" cy="3840480"/>
          </a:xfrm>
          <a:prstGeom prst="arc">
            <a:avLst/>
          </a:prstGeom>
          <a:noFill/>
          <a:ln w="76200">
            <a:solidFill>
              <a:srgbClr val="06B6D4">
                <a:alpha val="9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0" y="1554480"/>
            <a:ext cx="2560320" cy="2560320"/>
          </a:xfrm>
          <a:prstGeom prst="arc">
            <a:avLst/>
          </a:prstGeom>
          <a:noFill/>
          <a:ln w="76200">
            <a:solidFill>
              <a:srgbClr val="F59E0B">
                <a:alpha val="9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52360" y="480060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62088" y="490118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Local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8641080" y="4800600"/>
            <a:ext cx="1097280" cy="384048"/>
          </a:xfrm>
          <a:prstGeom prst="roundRect">
            <a:avLst>
              <a:gd name="adj" fmla="val 1428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750808" y="4901184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Stage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9829800" y="4800600"/>
            <a:ext cx="1280160" cy="384048"/>
          </a:xfrm>
          <a:prstGeom prst="roundRect">
            <a:avLst>
              <a:gd name="adj" fmla="val 14286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939528" y="4901184"/>
            <a:ext cx="1060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GitHub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549640" y="4992624"/>
            <a:ext cx="914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738360" y="4992624"/>
            <a:ext cx="91440" cy="0"/>
          </a:xfrm>
          <a:prstGeom prst="line">
            <a:avLst/>
          </a:prstGeom>
          <a:noFill/>
          <a:ln w="25400">
            <a:solidFill>
              <a:srgbClr val="FFFFFF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786384" y="608076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Por Rodrigo Barbosa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Roteiro do minicurso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Cinco encontros de 1h: cada aula tem explicação, prática guiada e tarefa.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0" y="64739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Curso Git &amp; GitHub • 5 aulas práticas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2286000"/>
            <a:ext cx="1920240" cy="118872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47802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34440" y="2423160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Primeiros passos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51560" y="28346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Git, instalação, config e git init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971800" y="2286000"/>
            <a:ext cx="1920240" cy="118872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08960" y="247802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474720" y="2423160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Commits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291840" y="28346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add, commit, status e histórico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212080" y="2286000"/>
            <a:ext cx="1920240" cy="118872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49240" y="247802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715000" y="2423160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GitHub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532120" y="28346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repositório remoto, origin e push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52360" y="2286000"/>
            <a:ext cx="1920240" cy="1188720"/>
          </a:xfrm>
          <a:prstGeom prst="chevron">
            <a:avLst/>
          </a:prstGeom>
          <a:solidFill>
            <a:srgbClr val="F59E0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0" y="247802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955280" y="2423160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Branches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772400" y="28346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criar, trocar e trabalhar separado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9692640" y="2286000"/>
            <a:ext cx="1920240" cy="1188720"/>
          </a:xfrm>
          <a:prstGeom prst="chevron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829800" y="2478024"/>
            <a:ext cx="347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195560" y="2423160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Merge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012680" y="283464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juntar alterações e projeto final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005840" y="4663440"/>
            <a:ext cx="9966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Aula 4 em destaque: o aluno aprende a criar uma área segura para testar mudanças antes de mexer na versão principal.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Aula 4 — Branches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Objetivo: trabalhar em funcionalidades separadas sem quebrar a versão principal.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0" y="64739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Curso Git &amp; GitHub • 5 aulas práticas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508760"/>
            <a:ext cx="4709160" cy="3840480"/>
          </a:xfrm>
          <a:prstGeom prst="rect">
            <a:avLst/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7830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Ao final da aula, o aluno consegue: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2331720"/>
            <a:ext cx="4069080" cy="2011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</a:rPr>
              <a:t>Entender o conceito de branch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</a:rPr>
              <a:t>Criar uma branch com git checkout -b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</a:rPr>
              <a:t>Visualizar branches com git branch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</a:rPr>
              <a:t>Trocar de branch com git checkout</a:t>
            </a:r>
            <a:endParaRPr lang="en-US" sz="1450" dirty="0"/>
          </a:p>
          <a:p>
            <a:pPr marL="177800" indent="-177800">
              <a:buSzPct val="100000"/>
              <a:buChar char="•"/>
            </a:pPr>
            <a:r>
              <a:rPr lang="en-US" sz="1450" dirty="0">
                <a:solidFill>
                  <a:srgbClr val="0F172A"/>
                </a:solidFill>
              </a:rPr>
              <a:t>Fazer uma alteração isolada e salvar com commit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0" y="1508760"/>
            <a:ext cx="4846320" cy="38404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75120" y="17830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Mensagem central para iniciantes: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0" y="2514600"/>
            <a:ext cx="411480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Branch é como uma cópia controlada do projeto para desenvolver uma ideia sem bagunçar a linha principal.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903720" y="3977640"/>
            <a:ext cx="228600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13448" y="4078224"/>
            <a:ext cx="20665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main/master = versão principal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281160" y="3977640"/>
            <a:ext cx="1691640" cy="384048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90888" y="4078224"/>
            <a:ext cx="14721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 = teste seguro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Diagrama mental: como uma branch nasce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A branch cria uma linha de trabalho separada a partir da versão principal.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0" y="64739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Curso Git &amp; GitHub • 5 aulas práticas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280160" y="2834640"/>
            <a:ext cx="9052560" cy="0"/>
          </a:xfrm>
          <a:prstGeom prst="line">
            <a:avLst/>
          </a:prstGeom>
          <a:noFill/>
          <a:ln w="50800">
            <a:solidFill>
              <a:srgbClr val="2563E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86200" y="2834640"/>
            <a:ext cx="2286000" cy="-1097280"/>
          </a:xfrm>
          <a:prstGeom prst="line">
            <a:avLst/>
          </a:prstGeom>
          <a:noFill/>
          <a:ln w="508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6172200" y="1737360"/>
            <a:ext cx="2743200" cy="0"/>
          </a:xfrm>
          <a:prstGeom prst="line">
            <a:avLst/>
          </a:prstGeom>
          <a:noFill/>
          <a:ln w="50800">
            <a:solidFill>
              <a:srgbClr val="F59E0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615184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75234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C1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566160" y="2615184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66160" y="275234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C2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035040" y="2615184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0" y="275234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C3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8503920" y="2615184"/>
            <a:ext cx="438912" cy="438912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275234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C4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89320" y="1517904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65506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B1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275320" y="1517904"/>
            <a:ext cx="438912" cy="43891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75320" y="1655064"/>
            <a:ext cx="4389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B2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8823960" y="3246120"/>
            <a:ext cx="1325880" cy="384048"/>
          </a:xfrm>
          <a:prstGeom prst="roundRect">
            <a:avLst>
              <a:gd name="adj" fmla="val 1428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933688" y="3346704"/>
            <a:ext cx="11064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master/main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9281160" y="1554480"/>
            <a:ext cx="1463040" cy="384048"/>
          </a:xfrm>
          <a:prstGeom prst="roundRect">
            <a:avLst>
              <a:gd name="adj" fmla="val 14286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90888" y="1655064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feature-foto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" y="4937760"/>
            <a:ext cx="9784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Interpretação: C1, C2, C3 e C4 são commits da linha principal. B1 e B2 são commits feitos na branch feature-foto.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Comandos essenciais da Aula 4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O aluno deve executar e explicar cada comando durante a prática.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0" y="64739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Curso Git &amp; GitHub • 5 aulas práticas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4983480" cy="4069080"/>
          </a:xfrm>
          <a:prstGeom prst="roundRect">
            <a:avLst>
              <a:gd name="adj" fmla="val 899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41832" y="1581912"/>
            <a:ext cx="4654296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criar e entrar em uma branch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-b feature-foto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visualizar todas as branches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voltar para a principal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master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150876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Explicação rápida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46520" y="2084832"/>
            <a:ext cx="402336" cy="402336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2176272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958584" y="2148840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checkout -b cria uma nova linha de trabalho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46520" y="2788920"/>
            <a:ext cx="402336" cy="402336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880360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958584" y="2852928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git branch mostra onde você está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46520" y="3493008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3584448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958584" y="3557016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checkout master volta para a versão principal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46520" y="4197096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288536"/>
            <a:ext cx="402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958584" y="4261104"/>
            <a:ext cx="40599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commit salva a alteração feita dentro da branch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Prática guiada: criar hobbies.txt em uma branch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Fluxo simples para executar em sala com todos acompanhando no terminal.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0" y="64739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Curso Git &amp; GitHub • 5 aulas práticas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731520" y="1920240"/>
            <a:ext cx="960120" cy="9601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18541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94360" y="31546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Criar branch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4930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git checkout -b feature-hobbies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83080" y="2395728"/>
            <a:ext cx="192024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971800" y="1920240"/>
            <a:ext cx="960120" cy="9601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71800" y="218541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34640" y="31546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Criar arquivo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743200" y="34930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hobbies.txt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023360" y="2395728"/>
            <a:ext cx="192024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212080" y="1920240"/>
            <a:ext cx="960120" cy="9601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12080" y="218541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074920" y="31546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Editar conteúdo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34930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Listar 3 hobbies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63640" y="2395728"/>
            <a:ext cx="192024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452360" y="1920240"/>
            <a:ext cx="960120" cy="96012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52360" y="218541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315200" y="31546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Salvar commit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23760" y="34930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git add . + git commit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503920" y="2395728"/>
            <a:ext cx="192024" cy="0"/>
          </a:xfrm>
          <a:prstGeom prst="line">
            <a:avLst/>
          </a:prstGeom>
          <a:noFill/>
          <a:ln w="25400">
            <a:solidFill>
              <a:srgbClr val="475569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692640" y="1920240"/>
            <a:ext cx="960120" cy="960120"/>
          </a:xfrm>
          <a:prstGeom prst="ellipse">
            <a:avLst/>
          </a:prstGeom>
          <a:solidFill>
            <a:srgbClr val="2563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92640" y="218541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5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9555480" y="31546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Voltar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9464040" y="349300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git checkout master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005840" y="5074920"/>
            <a:ext cx="101498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Tarefa: cada aluno cria uma branch própria com uma funcionalidade diferente: habilidades, contato, bio, hobbies ou projetos.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Roteiro de 1h para ministrar a Aula 4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Sugestão de tempo para manter a aula prática, objetiva e com fechamento.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0" y="64739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Curso Git &amp; GitHub • 5 aulas práticas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914400" y="1417320"/>
            <a:ext cx="10241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160934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0–10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468880" y="160020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Revisão rápida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0" y="160020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Git init, add, commit, push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2240280"/>
            <a:ext cx="10241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43230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10–20 min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468880" y="242316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Conceito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0" y="242316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Branch como linha paralela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063240"/>
            <a:ext cx="10241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5526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20–40 min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324612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Prática guiada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0" y="324612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feature-hobbies + commit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3886200"/>
            <a:ext cx="10241280" cy="566928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07822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40–50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406908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Prática individual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0" y="406908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Cada aluno cria sua branch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14400" y="4709160"/>
            <a:ext cx="102412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4901184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563EB"/>
                </a:solidFill>
              </a:rPr>
              <a:t>50–60 min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468880" y="4892040"/>
            <a:ext cx="1874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Correção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0" y="4892040"/>
            <a:ext cx="5486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Revisar comandos e dúvidas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Erros comuns na Aula 4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Use esses pontos para corrigir os alunos durante a prática.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0" y="64739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Curso Git &amp; GitHub • 5 aulas práticas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22960" y="1417320"/>
            <a:ext cx="484632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Criar arquivo na branch errada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Esquecer de fazer commit antes de trocar de branch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Confundir master/main com feature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Tentar dar push sem remoto configurado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Não usar git status para se localizar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1417320"/>
            <a:ext cx="4754880" cy="3429000"/>
          </a:xfrm>
          <a:prstGeom prst="roundRect">
            <a:avLst>
              <a:gd name="adj" fmla="val 1067"/>
            </a:avLst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65392" y="1581912"/>
            <a:ext cx="4425696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comando de segurança antes de qualquer ação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status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ver branches e identificar a atual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branch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voltar para principal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checkout master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7280" y="5257800"/>
            <a:ext cx="9875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</a:rPr>
              <a:t>Regra de ouro: antes de entrar em pânico, rode git status e leia a mensagem do Git.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Conexão da Aula 4 com o Projeto Final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Branches preparam os alunos para trabalhar como em projetos reais.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0" y="64739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Curso Git &amp; GitHub • 5 aulas práticas</a:t>
            </a:r>
            <a:endParaRPr lang="en-US" sz="850" dirty="0"/>
          </a:p>
        </p:txBody>
      </p:sp>
      <p:sp>
        <p:nvSpPr>
          <p:cNvPr id="6" name="Shape 4"/>
          <p:cNvSpPr/>
          <p:nvPr/>
        </p:nvSpPr>
        <p:spPr>
          <a:xfrm>
            <a:off x="1280160" y="3108960"/>
            <a:ext cx="9509760" cy="0"/>
          </a:xfrm>
          <a:prstGeom prst="line">
            <a:avLst/>
          </a:prstGeom>
          <a:noFill/>
          <a:ln w="381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51560" y="2423160"/>
            <a:ext cx="137160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43000" y="28163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README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2423160"/>
            <a:ext cx="137160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28163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sobre-mim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532120" y="2423160"/>
            <a:ext cx="137160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28163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habilidades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772400" y="2423160"/>
            <a:ext cx="1371600" cy="1051560"/>
          </a:xfrm>
          <a:prstGeom prst="roundRect">
            <a:avLst>
              <a:gd name="adj" fmla="val 3478"/>
            </a:avLst>
          </a:prstGeom>
          <a:solidFill>
            <a:srgbClr val="FEF3C7"/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28163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hobbies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012680" y="2423160"/>
            <a:ext cx="1371600" cy="105156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104120" y="28163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contato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4617720"/>
            <a:ext cx="9875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Na Aula 5, cada branch poderá ser unida ao projeto principal com merge.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8778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da Aula 4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786384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Use como avaliação rápida antes de encerrar o encontro.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686800" y="6473952"/>
            <a:ext cx="2834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475569"/>
                </a:solidFill>
              </a:rPr>
              <a:t>Curso Git &amp; GitHub • 5 aulas práticas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60120" y="1371600"/>
            <a:ext cx="5486400" cy="34747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Aluno criou uma branch com nome claro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Aluno sabe identificar a branch atual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Aluno criou/alterou arquivo dentro da branch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Aluno fez git add e git commit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</a:rPr>
              <a:t>Aluno voltou para master/main sem perder o trabalho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0" y="1600200"/>
            <a:ext cx="3200400" cy="283464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35240" y="187452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Desafio final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635240" y="2514600"/>
            <a:ext cx="256032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</a:rPr>
              <a:t>Criar uma branch chamada feature-habilidades, adicionar habilidades.txt e realizar um commit com mensagem clara.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Material didático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Curso Git e GitHub — 5 Aulas</dc:title>
  <dc:subject>Curso rápido de Git e GitHub — 5 aulas práticas</dc:subject>
  <dc:creator>Rodrigo Barbosa De Sousa</dc:creator>
  <cp:lastModifiedBy>Rodrigo Barbosa De Sousa</cp:lastModifiedBy>
  <cp:revision>1</cp:revision>
  <dcterms:created xsi:type="dcterms:W3CDTF">2026-06-10T14:07:49Z</dcterms:created>
  <dcterms:modified xsi:type="dcterms:W3CDTF">2026-06-10T14:07:49Z</dcterms:modified>
</cp:coreProperties>
</file>
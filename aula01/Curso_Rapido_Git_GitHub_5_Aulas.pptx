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com uma analogia simples: Git é a linha do tempo do projeto; GitHub é o lugar onde essa linha do tempo fica disponível online.
Diga que o curso será prático: cada aula termina com um repositório ou alteração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esse slide para alinhar expectativa. O foco é formar pessoas que conseguem criar repositório, commitar, publicar e trabalhar com uma branch básica.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tudo em uma pasta vazia. Não use IDE ainda; a ideia é fazer o aluno enxergar a base no terminal.
Explique que git init não envia nada ao GitHub; ele apenas cria o controle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mostrando que Git e GitHub não são assunto de uma única aula: eles precisam aparecer em todo projeto da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98448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Git &amp; GitHub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901952"/>
            <a:ext cx="5577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Curso Rápido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Aulas Práticas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3794760"/>
            <a:ext cx="5806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7FF"/>
                </a:solidFill>
              </a:rPr>
              <a:t>Material para apresentação em sala + roteiro de 5 encontros de 1h + diagramas para iniciantes.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0" y="1417320"/>
            <a:ext cx="2651760" cy="6217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Working Directory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41080" y="2048256"/>
            <a:ext cx="0" cy="74066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7315200" y="2816352"/>
            <a:ext cx="2651760" cy="62179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Staging Area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41080" y="3447288"/>
            <a:ext cx="0" cy="713232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0" y="4187952"/>
            <a:ext cx="2651760" cy="62179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Repository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6696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66960" y="37033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62636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D"/>
                </a:solidFill>
              </a:rPr>
              <a:t>Instrutor: Rodrigo Barbosa De Sousa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do minicurso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Cinco encontros curtos, práticos e progressivos.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057400"/>
            <a:ext cx="1417320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 local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48840" y="2542032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26080" y="2057400"/>
            <a:ext cx="1417320" cy="9601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Commits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542032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166360" y="2057400"/>
            <a:ext cx="1417320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GitHub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29400" y="2542032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06640" y="2057400"/>
            <a:ext cx="1417320" cy="96012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Branches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0" y="2542032"/>
            <a:ext cx="6400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46920" y="2057400"/>
            <a:ext cx="1417320" cy="960120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Merge + projeto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10241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Cada encontro tem explicação curta, demonstração ao vivo e exercício individual.
</a:t>
            </a:r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Projeto final: mini portfólio versionado e publicado no GitHub.
</a:t>
            </a:r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Evite assuntos avançados: rebase, Git Flow e CI/CD ficam para uma segunda etapa.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Formato de cada encontro — 1 hora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Ritmo recomendado para manter a aula simples e prática.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005840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 min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Conceito essencial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828800"/>
            <a:ext cx="1005840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15 min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42900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Demonstração guiada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100584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25 min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17220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Prática dos alunos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0" y="1828800"/>
            <a:ext cx="1005840" cy="56692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10 min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15400" y="25786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Correção + tarefa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977640"/>
            <a:ext cx="9875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Não transforme a aula em palestra: terminal aberto o tempo todo.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Explique um comando, execute, peça para todos repetirem.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Toda aula deve terminar com um commit real.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1 — Primeiros passos com Git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Objetivo: instalar, configurar e criar o primeiro repositório local.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188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Conceito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60520" y="141732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Prática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1417320"/>
            <a:ext cx="10515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Tarefa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0175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Git registra versões do projeto.
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Repositório é a pasta controlada pelo Git.
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Status mostra o que mudou.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69080" y="1828800"/>
            <a:ext cx="3108960" cy="26517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"Seu Nome"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"email@gmail.com"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apresentacao-pessoal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apresentacao-pessoal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80960" y="2057400"/>
            <a:ext cx="32004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Criar README.md
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Escrever título do projeto
</a:t>
            </a:r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Verificar com git status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26680" y="3794760"/>
            <a:ext cx="1600200" cy="502920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README.md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00032" y="4050792"/>
            <a:ext cx="7955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195560" y="3794760"/>
            <a:ext cx="123444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 status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532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Resultado esperado: aluno entende que o Git começou a observar a pasta.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Diagrama essencial — ciclo local do Git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Esse é o desenho que os alunos precisam memorizar.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2194560" cy="960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Arquivos editados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Working Directory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82112" y="2633472"/>
            <a:ext cx="8412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069080" y="2148840"/>
            <a:ext cx="2194560" cy="9601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Arquivos preparados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Staging Area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82512" y="2633472"/>
            <a:ext cx="84124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269480" y="2148840"/>
            <a:ext cx="2194560" cy="960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Versão salva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Repository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73552" y="2240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37376" y="22402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4160520"/>
            <a:ext cx="594360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descreve alteração"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2 — Commits e histórico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Objetivo: salvar alterações de forma organizada e consultar o histórico.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46634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Commit é uma versão salva do projeto.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Mensagem deve explicar o que mudou.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Vários commits pequenos são melhores que um commit gigante.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06440" y="1627632"/>
            <a:ext cx="502920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cria README"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Prática guiada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343400"/>
            <a:ext cx="1920240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sobre-mim.txt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88920" y="4626864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66160" y="4343400"/>
            <a:ext cx="1417320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add 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4626864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852160" y="4343400"/>
            <a:ext cx="141732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60920" y="4626864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138160" y="4343400"/>
            <a:ext cx="1417320" cy="56692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log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715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Tarefa: criar 3 commits — nome, curso e contato.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3 — GitHub na prática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Objetivo: criar repositório remoto e publicar o projeto.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103120" cy="685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Projeto local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54680" y="217627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526280" y="1828800"/>
            <a:ext cx="2103120" cy="685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Remote origin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0" y="2176272"/>
            <a:ext cx="128016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8138160" y="1828800"/>
            <a:ext cx="2103120" cy="685800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127248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37960" y="25877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master/main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3703320"/>
            <a:ext cx="457200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URL_DO_REPOSITORIO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703320"/>
            <a:ext cx="47548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Explique que origin é apenas um apelido para o repositório remoto.
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 branch pode se chamar master ou main.
</a:t>
            </a:r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Depois do primeiro push, normalmente basta usar git push.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Diagrama — local, remoto, push, pull e clone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esse desenho para explicar a diferença entre enviar e baixar código.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1828800" cy="822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Computador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repo local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66360" y="1828800"/>
            <a:ext cx="1828800" cy="1143000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repo remoto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72600" y="2011680"/>
            <a:ext cx="1828800" cy="822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Computador 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novo clone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88920" y="2331720"/>
            <a:ext cx="21945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983480" y="2697480"/>
            <a:ext cx="-21945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86600" y="2331720"/>
            <a:ext cx="21031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657600" y="1965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8163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0" y="19659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9875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push: envia commits locais para o GitHub.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pull: baixa atualizações do GitHub para o computador.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clone: cria uma cópia local de um repositório existente.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4 — Branches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Objetivo: trabalhar em mudanças sem mexer diretamente na versão principal.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47548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Branch é uma linha paralela de desenvolvimento.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Boa prática: criar branch para cada funcionalidade.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No curso, cada aluno cria sua própria branch.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97880" y="1572768"/>
            <a:ext cx="4663440" cy="15087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feature-hobbies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editar arquivo hobbies.txt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"feat: adiciona hobbies"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886200"/>
            <a:ext cx="1234440" cy="502920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master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142232"/>
            <a:ext cx="12344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703320" y="3886200"/>
            <a:ext cx="123444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commit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10912" y="4142232"/>
            <a:ext cx="125272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309360" y="3886200"/>
            <a:ext cx="123444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commit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462272"/>
            <a:ext cx="1188720" cy="88696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06440" y="5120640"/>
            <a:ext cx="1874520" cy="5029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feature-hobbies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5 — Merge e projeto final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Objetivo: juntar alterações e finalizar um mini portfólio publicado.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840480" cy="9601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feature-habilidades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536192"/>
            <a:ext cx="50292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Merge junta o trabalho de uma branch na branch principal.
</a:t>
            </a:r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Antes do merge, confira se todos fizeram commit.
</a:t>
            </a:r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Depois do merge, publique com git push.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Estrutura final do projeto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3657600" cy="1417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sobre-mim.txt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habilidades.txt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hobbies.txt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contato.txt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0" y="3886200"/>
            <a:ext cx="1965960" cy="530352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feature-habilidades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4151376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549640" y="3886200"/>
            <a:ext cx="1234440" cy="530352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master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857232" y="4151376"/>
            <a:ext cx="704088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607040" y="3886200"/>
            <a:ext cx="1051560" cy="53035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 didático — conflito controlado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Opcional para mostrar uma situação comum em equipe.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47548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Crie duas branches alterando a mesma linha do README.md.
</a:t>
            </a:r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Faça merge da primeira branch normalmente.
</a:t>
            </a:r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Ao tentar merge da segunda, o Git pedirá resolução manual.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4754880" cy="12344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da branch principal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Texto da outra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feature-exemplo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B4D"/>
                </a:solidFill>
              </a:rPr>
              <a:t>Como explicar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389120"/>
            <a:ext cx="201168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Escolher versão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17520" y="4690872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94760" y="4389120"/>
            <a:ext cx="2011680" cy="5943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Remover marcadores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97880" y="4690872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675120" y="4389120"/>
            <a:ext cx="1463040" cy="5943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add 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4690872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006840" y="4389120"/>
            <a:ext cx="1554480" cy="59436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commit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Material do instrutor — checklist por encontro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como roteiro para conduzir as 5 aulas.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1097280" cy="3840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Aula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48840" y="14447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Git instalado, usuário configurado, git init executado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1097280" cy="38404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Aula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222199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README + sobre-mim.txt com commits separados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1097280" cy="3840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Aula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29992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Repositório publicado no GitHub e link compartilhado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1097280" cy="38404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Aula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37764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Branch individual criada com commit próprio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1097280" cy="384048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Aula 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455371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Merge realizado e mini portfólio publicado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623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Dica: tire dúvidas vendo o terminal do aluno, não apenas o GitHub.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Erros comuns e correções rápidas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Tenha esse slide aberto quando começar a prática.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denied (publickey)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148132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Usar HTTPS ou configurar chave SSH no GitHub.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 refspec master does not match any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48716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Verificar nome da branch e se já existe commit.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493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 origin already exists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349300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Usar git remote -v ou git remote set-url origin URL.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449884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rejected non-fast-forward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4498848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Rodar git pull antes do push e resolver conflitos se necessário.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B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Banco de exercícios rápidos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7223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Escolha 1 ou 2 por aula para reforçar a aprendizagem.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987552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Criar README com nome, objetivo e comandos usados.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Fazer três commits pequenos em vez de um commit grande.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Publicar o repositório e enviar o link para o grupo.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Criar uma branch feature-contato e adicionar contato.txt.
</a:t>
            </a:r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• </a:t>
            </a:r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Fazer merge da branch e validar o arquivo no GitHub.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920240" y="4251960"/>
            <a:ext cx="7863840" cy="13258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Desafio final: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Criar portfolio-github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Criar 5 arquivos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Fazer commits separados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Criar branch de melhoria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Fazer merge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Publicar no GitHub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922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Curso Rápido de Git e GitHub • 5 aulas práticas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 esperado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1691640"/>
            <a:ext cx="49377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E5EEF9"/>
                </a:solidFill>
              </a:rPr>
              <a:t>• Criar repositórios Git
</a:t>
            </a:r>
            <a:pPr indent="0" marL="0">
              <a:buNone/>
            </a:pPr>
            <a:r>
              <a:rPr lang="en-US" sz="1900" dirty="0">
                <a:solidFill>
                  <a:srgbClr val="E5EEF9"/>
                </a:solidFill>
              </a:rPr>
              <a:t>• Fazer commits com mensagens claras
</a:t>
            </a:r>
            <a:pPr indent="0" marL="0">
              <a:buNone/>
            </a:pPr>
            <a:r>
              <a:rPr lang="en-US" sz="1900" dirty="0">
                <a:solidFill>
                  <a:srgbClr val="E5EEF9"/>
                </a:solidFill>
              </a:rPr>
              <a:t>• Publicar projetos no GitHub
</a:t>
            </a:r>
            <a:pPr indent="0" marL="0">
              <a:buNone/>
            </a:pPr>
            <a:r>
              <a:rPr lang="en-US" sz="1900" dirty="0">
                <a:solidFill>
                  <a:srgbClr val="E5EEF9"/>
                </a:solidFill>
              </a:rPr>
              <a:t>• Trabalhar com branches
</a:t>
            </a:r>
            <a:pPr indent="0" marL="0">
              <a:buNone/>
            </a:pPr>
            <a:r>
              <a:rPr lang="en-US" sz="1900" dirty="0">
                <a:solidFill>
                  <a:srgbClr val="E5EEF9"/>
                </a:solidFill>
              </a:rPr>
              <a:t>• Fazer merge e montar um mini portfólio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720840" y="1234440"/>
            <a:ext cx="1463040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init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60920" y="1847088"/>
            <a:ext cx="0" cy="64922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720840" y="2542032"/>
            <a:ext cx="1463040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 add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60920" y="3154680"/>
            <a:ext cx="0" cy="649224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720840" y="3849624"/>
            <a:ext cx="1463040" cy="5669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75320" y="4133088"/>
            <a:ext cx="8686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89720" y="3849624"/>
            <a:ext cx="1463040" cy="566928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5806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E7FF"/>
                </a:solidFill>
              </a:rPr>
              <a:t>Próximo passo: aplicar o mesmo fluxo em um projeto real de HTML, Java, React ou Spring Boot.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Material de apoio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Rápido de Git e GitHub — 5 Aulas Práticas</dc:title>
  <dc:subject>Curso rápido de Git e GitHub em 5 aulas práticas</dc:subject>
  <dc:creator>Rodrigo Barbosa De Sousa</dc:creator>
  <cp:lastModifiedBy>Rodrigo Barbosa De Sousa</cp:lastModifiedBy>
  <cp:revision>1</cp:revision>
  <dcterms:created xsi:type="dcterms:W3CDTF">2026-06-10T13:17:29Z</dcterms:created>
  <dcterms:modified xsi:type="dcterms:W3CDTF">2026-06-10T13:17:29Z</dcterms:modified>
</cp:coreProperties>
</file>
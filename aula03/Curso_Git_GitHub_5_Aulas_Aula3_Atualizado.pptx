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45720"/>
            <a:ext cx="3291840" cy="3291840"/>
          </a:xfrm>
          <a:prstGeom prst="arc">
            <a:avLst/>
          </a:prstGeom>
          <a:noFill/>
          <a:ln w="12700">
            <a:solidFill>
              <a:srgbClr val="2563EB">
                <a:alpha val="9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685800"/>
            <a:ext cx="914400" cy="502920"/>
          </a:xfrm>
          <a:prstGeom prst="chevron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685800"/>
            <a:ext cx="914400" cy="502920"/>
          </a:xfrm>
          <a:prstGeom prst="chevron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40280" y="685800"/>
            <a:ext cx="914400" cy="502920"/>
          </a:xfrm>
          <a:prstGeom prst="chevron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6583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Curso Rápido de</a:t>
            </a:r>
            <a:endParaRPr lang="en-US" sz="4500" dirty="0"/>
          </a:p>
          <a:p>
            <a:pPr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Git e GitHub</a:t>
            </a:r>
            <a:endParaRPr lang="en-US" sz="45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</a:rPr>
              <a:t>5 aulas práticas para iniciantes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31520" y="4069080"/>
            <a:ext cx="1188720" cy="62179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4233672"/>
            <a:ext cx="1042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Git init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947672" y="4224528"/>
            <a:ext cx="274320" cy="256032"/>
          </a:xfrm>
          <a:prstGeom prst="rightArrow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48840" y="4069080"/>
            <a:ext cx="1188720" cy="62179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21992" y="4233672"/>
            <a:ext cx="1042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Commit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364992" y="4224528"/>
            <a:ext cx="274320" cy="256032"/>
          </a:xfrm>
          <a:prstGeom prst="rightArrow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66160" y="4069080"/>
            <a:ext cx="1188720" cy="62179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9312" y="4233672"/>
            <a:ext cx="1042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GitHub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782312" y="4224528"/>
            <a:ext cx="274320" cy="256032"/>
          </a:xfrm>
          <a:prstGeom prst="rightArrow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83480" y="4069080"/>
            <a:ext cx="1188720" cy="62179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56632" y="4233672"/>
            <a:ext cx="1042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Branch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99632" y="4224528"/>
            <a:ext cx="274320" cy="256032"/>
          </a:xfrm>
          <a:prstGeom prst="rightArrow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0" y="4069080"/>
            <a:ext cx="1188720" cy="62179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73952" y="4233672"/>
            <a:ext cx="1042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Merge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31520" y="6144768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Material fonte + roteiro para 5 encontros de 1h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Visão geral do curso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O que os alunos precisam conseguir fazer ao final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6455664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Abertura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503920" y="6455664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Curso Rápido de Git e GitHub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5120640" cy="3291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2000" dirty="0">
                <a:solidFill>
                  <a:srgbClr val="0F172A"/>
                </a:solidFill>
              </a:rPr>
              <a:t>Criar um repositório local com Git</a:t>
            </a:r>
            <a:endParaRPr lang="en-US" sz="2000" dirty="0"/>
          </a:p>
          <a:p>
            <a:r>
              <a:rPr lang="en-US" sz="2000" dirty="0">
                <a:solidFill>
                  <a:srgbClr val="0F172A"/>
                </a:solidFill>
              </a:rPr>
              <a:t>Salvar versões usando commits</a:t>
            </a:r>
            <a:endParaRPr lang="en-US" sz="2000" dirty="0"/>
          </a:p>
          <a:p>
            <a:r>
              <a:rPr lang="en-US" sz="2000" dirty="0">
                <a:solidFill>
                  <a:srgbClr val="0F172A"/>
                </a:solidFill>
              </a:rPr>
              <a:t>Publicar um projeto no GitHub</a:t>
            </a:r>
            <a:endParaRPr lang="en-US" sz="2000" dirty="0"/>
          </a:p>
          <a:p>
            <a:r>
              <a:rPr lang="en-US" sz="2000" dirty="0">
                <a:solidFill>
                  <a:srgbClr val="0F172A"/>
                </a:solidFill>
              </a:rPr>
              <a:t>Trabalhar com branches simples</a:t>
            </a:r>
            <a:endParaRPr lang="en-US" sz="2000" dirty="0"/>
          </a:p>
          <a:p>
            <a:r>
              <a:rPr lang="en-US" sz="2000" dirty="0">
                <a:solidFill>
                  <a:srgbClr val="0F172A"/>
                </a:solidFill>
              </a:rPr>
              <a:t>Fazer merge e concluir um mini portfólio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446520" y="1325880"/>
            <a:ext cx="480060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12280" y="1920240"/>
            <a:ext cx="845820" cy="62179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85432" y="2084832"/>
            <a:ext cx="6995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Local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685532" y="2075688"/>
            <a:ext cx="274320" cy="256032"/>
          </a:xfrm>
          <a:prstGeom prst="rightArrow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86700" y="1920240"/>
            <a:ext cx="845820" cy="62179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9852" y="2084832"/>
            <a:ext cx="6995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Stage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759952" y="2075688"/>
            <a:ext cx="274320" cy="256032"/>
          </a:xfrm>
          <a:prstGeom prst="rightArrow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61120" y="1920240"/>
            <a:ext cx="845820" cy="62179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34272" y="2084832"/>
            <a:ext cx="6995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Commit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834372" y="2075688"/>
            <a:ext cx="274320" cy="256032"/>
          </a:xfrm>
          <a:prstGeom prst="rightArrow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035540" y="1920240"/>
            <a:ext cx="845820" cy="62179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108692" y="2084832"/>
            <a:ext cx="6995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GitHub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858000" y="278892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</a:rPr>
              <a:t>Modelo mental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6812280" y="3246120"/>
            <a:ext cx="406908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F172A"/>
                </a:solidFill>
              </a:rPr>
              <a:t>O Git registra versões no computador.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0F172A"/>
                </a:solidFill>
              </a:rPr>
              <a:t>O GitHub guarda e compartilha essas versões online.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Aula 1 — Primeiros passos com Git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Instalação, configuração e primeiro repositório local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6455664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Aula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503920" y="6455664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Curso Rápido de Git e GitHub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4709160" cy="3291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800" dirty="0">
                <a:solidFill>
                  <a:srgbClr val="0F172A"/>
                </a:solidFill>
              </a:rPr>
              <a:t>Verificar se o Git está instalado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Configurar nome e e-mail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Criar uma pasta de projeto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Iniciar o Git com git init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Verificar o status do repositório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715000" y="1325880"/>
            <a:ext cx="5760720" cy="4160520"/>
          </a:xfrm>
          <a:prstGeom prst="roundRect">
            <a:avLst>
              <a:gd name="adj" fmla="val 87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16168" y="1490472"/>
            <a:ext cx="5358384" cy="3904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git --version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git config --global user.name "Seu Nome"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git config --global user.email "email@gmail.com"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mkdir meu-primeiro-projeto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cd meu-primeiro-projeto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git init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git status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4937760"/>
            <a:ext cx="2423160" cy="347472"/>
          </a:xfrm>
          <a:prstGeom prst="roundRect">
            <a:avLst>
              <a:gd name="adj" fmla="val 21053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5020056"/>
            <a:ext cx="2276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Prática: criar README.md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1520" y="5394960"/>
            <a:ext cx="2926080" cy="347472"/>
          </a:xfrm>
          <a:prstGeom prst="roundRect">
            <a:avLst>
              <a:gd name="adj" fmla="val 2105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5477256"/>
            <a:ext cx="2779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Tarefa: apresentacao-pessoal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Aula 2 — Commits e histórico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Salvar versões e entender o ciclo básico do Git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6455664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Aula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503920" y="6455664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Curso Rápido de Git e GitHub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371600"/>
            <a:ext cx="1200150" cy="62179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536192"/>
            <a:ext cx="10538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Editar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959102" y="1527048"/>
            <a:ext cx="274320" cy="256032"/>
          </a:xfrm>
          <a:prstGeom prst="rightArrow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60270" y="1371600"/>
            <a:ext cx="1200150" cy="62179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33422" y="1536192"/>
            <a:ext cx="10538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git add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387852" y="1527048"/>
            <a:ext cx="274320" cy="256032"/>
          </a:xfrm>
          <a:prstGeom prst="rightArrow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89020" y="1371600"/>
            <a:ext cx="1200150" cy="62179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62172" y="1536192"/>
            <a:ext cx="10538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git commit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816602" y="1527048"/>
            <a:ext cx="274320" cy="256032"/>
          </a:xfrm>
          <a:prstGeom prst="rightArrow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17770" y="1371600"/>
            <a:ext cx="1200150" cy="62179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90922" y="1536192"/>
            <a:ext cx="10538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Histórico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537960" y="1298448"/>
            <a:ext cx="4663440" cy="2103120"/>
          </a:xfrm>
          <a:prstGeom prst="roundRect">
            <a:avLst>
              <a:gd name="adj" fmla="val 173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39128" y="1463040"/>
            <a:ext cx="4261104" cy="1847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git add 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git commit -m "feat: cria README"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git log --oneline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77240" y="24231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Exercício guiado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77240" y="2880360"/>
            <a:ext cx="493776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800" dirty="0">
                <a:solidFill>
                  <a:srgbClr val="0F172A"/>
                </a:solidFill>
              </a:rPr>
              <a:t>Criar sobre-mim.txt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Adicionar informações pessoais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Criar um commit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Criar mais 3 commits pequenos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537960" y="3794760"/>
            <a:ext cx="4663440" cy="1234440"/>
          </a:xfrm>
          <a:prstGeom prst="roundRect">
            <a:avLst>
              <a:gd name="adj" fmla="val 296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39128" y="3959352"/>
            <a:ext cx="4261104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feat: adiciona nome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feat: adiciona curso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feat: adiciona contato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Aula 3 — GitHub na prática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Criar repositório remoto e enviar o projeto para a nuvem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6455664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Aula 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503920" y="6455664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Curso Rápido de Git e GitHub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Objetivos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85800" y="1691640"/>
            <a:ext cx="4754880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800" dirty="0">
                <a:solidFill>
                  <a:srgbClr val="0F172A"/>
                </a:solidFill>
              </a:rPr>
              <a:t>Criar conta no GitHub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Criar repositório remoto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Conectar o projeto local ao remoto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Enviar o projeto com push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760720" y="1417320"/>
            <a:ext cx="1539240" cy="62179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33872" y="1581912"/>
            <a:ext cx="1392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Projeto local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327392" y="1572768"/>
            <a:ext cx="274320" cy="256032"/>
          </a:xfrm>
          <a:prstGeom prst="rightArrow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28560" y="1417320"/>
            <a:ext cx="1539240" cy="62179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01712" y="1581912"/>
            <a:ext cx="1392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Remote origin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095232" y="1572768"/>
            <a:ext cx="274320" cy="256032"/>
          </a:xfrm>
          <a:prstGeom prst="rightArrow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296400" y="1417320"/>
            <a:ext cx="1539240" cy="62179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69552" y="1581912"/>
            <a:ext cx="1392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GitHub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760720" y="2514600"/>
            <a:ext cx="5212080" cy="2148840"/>
          </a:xfrm>
          <a:prstGeom prst="roundRect">
            <a:avLst>
              <a:gd name="adj" fmla="val 170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61888" y="2679192"/>
            <a:ext cx="4809744" cy="1892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git remote add origin URL_DO_REPOSITORIO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git push -u origin master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ou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git push -u origin main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31520" y="4800600"/>
            <a:ext cx="3977640" cy="347472"/>
          </a:xfrm>
          <a:prstGeom prst="roundRect">
            <a:avLst>
              <a:gd name="adj" fmla="val 21053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" y="4882896"/>
            <a:ext cx="3831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Prática: publicar o projeto das aulas anteriores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92040" y="4800600"/>
            <a:ext cx="3657600" cy="347472"/>
          </a:xfrm>
          <a:prstGeom prst="roundRect">
            <a:avLst>
              <a:gd name="adj" fmla="val 2105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65192" y="4882896"/>
            <a:ext cx="3511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Tarefa: compartilhar o link com a turma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explicar o GitHub para iniciantes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Use uma analogia simples durante a aula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6455664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Aula 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503920" y="6455664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Curso Rápido de Git e GitHub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77240" y="1417320"/>
            <a:ext cx="297180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7373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Seu computador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51560" y="23317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</a:rPr>
              <a:t>Onde você edita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</a:rPr>
              <a:t>o projeto.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977640" y="2514600"/>
            <a:ext cx="1005840" cy="411480"/>
          </a:xfrm>
          <a:prstGeom prst="rightArrow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57800" y="1417320"/>
            <a:ext cx="297180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32120" y="173736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Git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532120" y="233172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</a:rPr>
              <a:t>Guarda o histórico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</a:rPr>
              <a:t>das versões.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458200" y="2514600"/>
            <a:ext cx="1005840" cy="411480"/>
          </a:xfrm>
          <a:prstGeom prst="rightArrow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46920" y="1417320"/>
            <a:ext cx="182880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29800" y="17373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GitHub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893808" y="2331720"/>
            <a:ext cx="1325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B7280"/>
                </a:solidFill>
              </a:rPr>
              <a:t>Publica e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6B7280"/>
                </a:solidFill>
              </a:rPr>
              <a:t>compartilha.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2514600" y="5166360"/>
            <a:ext cx="7132320" cy="347472"/>
          </a:xfrm>
          <a:prstGeom prst="roundRect">
            <a:avLst>
              <a:gd name="adj" fmla="val 2105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87752" y="5248656"/>
            <a:ext cx="6986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Frase-chave: Git salva versões. GitHub compartilha versões.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Aula 4 — Branches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Trabalhar em funcionalidades separadas sem quebrar a branch principal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6455664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Aula 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503920" y="6455664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Curso Rápido de Git e GitHub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325880"/>
            <a:ext cx="4892040" cy="2377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800" dirty="0">
                <a:solidFill>
                  <a:srgbClr val="0F172A"/>
                </a:solidFill>
              </a:rPr>
              <a:t>Criar uma branch para uma funcionalidade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Fazer alterações isoladas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Commitar dentro da branch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Voltar para a branch principal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897880" y="1325880"/>
            <a:ext cx="4937760" cy="2103120"/>
          </a:xfrm>
          <a:prstGeom prst="roundRect">
            <a:avLst>
              <a:gd name="adj" fmla="val 173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99048" y="1490472"/>
            <a:ext cx="4535424" cy="1847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git checkout -b feature-foto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git branch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git checkout master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4800600"/>
            <a:ext cx="960120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4800600"/>
            <a:ext cx="3108960" cy="-914400"/>
          </a:xfrm>
          <a:prstGeom prst="line">
            <a:avLst/>
          </a:prstGeom>
          <a:noFill/>
          <a:ln w="12700">
            <a:solidFill>
              <a:srgbClr val="F9731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66560" y="3886200"/>
            <a:ext cx="2011680" cy="914400"/>
          </a:xfrm>
          <a:prstGeom prst="line">
            <a:avLst/>
          </a:prstGeom>
          <a:noFill/>
          <a:ln w="12700">
            <a:solidFill>
              <a:srgbClr val="F9731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4983480"/>
            <a:ext cx="1371600" cy="347472"/>
          </a:xfrm>
          <a:prstGeom prst="roundRect">
            <a:avLst>
              <a:gd name="adj" fmla="val 2105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5065776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master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14800" y="3657600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87952" y="3739896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feature-foto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595360" y="4983480"/>
            <a:ext cx="1371600" cy="347472"/>
          </a:xfrm>
          <a:prstGeom prst="roundRect">
            <a:avLst>
              <a:gd name="adj" fmla="val 2105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68512" y="5065776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merge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Aula 5 — Merge e projeto final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Juntar alterações e simular um fluxo de equipe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6455664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Aula 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503920" y="6455664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Curso Rápido de Git e GitHub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325880"/>
            <a:ext cx="4572000" cy="2331720"/>
          </a:xfrm>
          <a:prstGeom prst="roundRect">
            <a:avLst>
              <a:gd name="adj" fmla="val 156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490472"/>
            <a:ext cx="4169664" cy="2075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git checkout master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git merge feature-foto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git push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852160" y="13258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Projeto final: portfolio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897880" y="1874520"/>
            <a:ext cx="429768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portfolio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├── README.md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├── sobre-mim.txt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├── habilidades.txt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├── hobbies.txt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└── contato.txt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960120" y="4709160"/>
            <a:ext cx="1773936" cy="62179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33272" y="4873752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init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761488" y="4864608"/>
            <a:ext cx="274320" cy="256032"/>
          </a:xfrm>
          <a:prstGeom prst="rightArrow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62656" y="4709160"/>
            <a:ext cx="1773936" cy="62179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35808" y="4873752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commit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764024" y="4864608"/>
            <a:ext cx="274320" cy="256032"/>
          </a:xfrm>
          <a:prstGeom prst="rightArrow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65192" y="4709160"/>
            <a:ext cx="1773936" cy="62179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38344" y="4873752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push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766560" y="4864608"/>
            <a:ext cx="274320" cy="256032"/>
          </a:xfrm>
          <a:prstGeom prst="rightArrow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67728" y="4709160"/>
            <a:ext cx="1773936" cy="62179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0880" y="4873752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branch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769096" y="4864608"/>
            <a:ext cx="274320" cy="256032"/>
          </a:xfrm>
          <a:prstGeom prst="rightArrow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970264" y="4709160"/>
            <a:ext cx="1773936" cy="62179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43416" y="4873752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merge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Roteiro de 5 encontros de 1h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Sugestão de tempo para ministrar sem correria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6455664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Planejamento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503920" y="6455664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Curso Rápido de Git e GitHub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77240" y="1234440"/>
            <a:ext cx="10698480" cy="56692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38074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08760" y="1353312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Git básico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703320" y="1353312"/>
            <a:ext cx="6949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10min teoria + 40min prática + 10min tarefa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77240" y="2011680"/>
            <a:ext cx="106984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15798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08760" y="2130552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Commits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703320" y="2130552"/>
            <a:ext cx="6949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15min explicação + 35min commits + 10min revisão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77240" y="2788920"/>
            <a:ext cx="10698480" cy="56692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293522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08760" y="2907792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GitHub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703320" y="2907792"/>
            <a:ext cx="6949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15min demo + 35min publicação + 10min dúvidas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77240" y="3566160"/>
            <a:ext cx="106984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371246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508760" y="3685032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Branches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703320" y="3685032"/>
            <a:ext cx="6949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15min conceito + 35min prática + 10min revisão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77240" y="4343400"/>
            <a:ext cx="10698480" cy="56692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448970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508760" y="4462272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Merge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703320" y="4462272"/>
            <a:ext cx="6949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15min merge + 35min projeto final + 10min fechamento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Material de apoio para os alunos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O que entregar junto com as aulas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6455664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Fechamento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503920" y="6455664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Curso Rápido de Git e GitHub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1417320"/>
            <a:ext cx="5212080" cy="2743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2000" dirty="0">
                <a:solidFill>
                  <a:srgbClr val="0F172A"/>
                </a:solidFill>
              </a:rPr>
              <a:t>README com comandos essenciais</a:t>
            </a:r>
            <a:endParaRPr lang="en-US" sz="2000" dirty="0"/>
          </a:p>
          <a:p>
            <a:r>
              <a:rPr lang="en-US" sz="2000" dirty="0">
                <a:solidFill>
                  <a:srgbClr val="0F172A"/>
                </a:solidFill>
              </a:rPr>
              <a:t>Roteiro com exercícios por aula</a:t>
            </a:r>
            <a:endParaRPr lang="en-US" sz="2000" dirty="0"/>
          </a:p>
          <a:p>
            <a:r>
              <a:rPr lang="en-US" sz="2000" dirty="0">
                <a:solidFill>
                  <a:srgbClr val="0F172A"/>
                </a:solidFill>
              </a:rPr>
              <a:t>Projeto final de mini portfólio</a:t>
            </a:r>
            <a:endParaRPr lang="en-US" sz="2000" dirty="0"/>
          </a:p>
          <a:p>
            <a:r>
              <a:rPr lang="en-US" sz="2000" dirty="0">
                <a:solidFill>
                  <a:srgbClr val="0F172A"/>
                </a:solidFill>
              </a:rPr>
              <a:t>Checklist de entrega</a:t>
            </a:r>
            <a:endParaRPr lang="en-US" sz="2000" dirty="0"/>
          </a:p>
          <a:p>
            <a:r>
              <a:rPr lang="en-US" sz="2000" dirty="0">
                <a:solidFill>
                  <a:srgbClr val="0F172A"/>
                </a:solidFill>
              </a:rPr>
              <a:t>Links dos repositórios publicados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400800" y="1325880"/>
            <a:ext cx="4434840" cy="2926080"/>
          </a:xfrm>
          <a:prstGeom prst="roundRect">
            <a:avLst>
              <a:gd name="adj" fmla="val 125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01968" y="1490472"/>
            <a:ext cx="4032504" cy="2670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Checklist final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[ ] Configurei meu Git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[ ] Fiz commits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[ ] Publiquei no GitHub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[ ] Criei branch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[ ] Fiz merge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331720" y="4983480"/>
            <a:ext cx="6766560" cy="347472"/>
          </a:xfrm>
          <a:prstGeom prst="roundRect">
            <a:avLst>
              <a:gd name="adj" fmla="val 21053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04872" y="5065776"/>
            <a:ext cx="6620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O aluno sai com um repositório publicado para portfólio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Material educacional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Curso Rápido de Git e GitHub — 5 Aulas Práticas</dc:title>
  <dc:subject>Curso rápido de Git e GitHub</dc:subject>
  <dc:creator>Rodrigo Barbosa De Sousa</dc:creator>
  <cp:lastModifiedBy>Rodrigo Barbosa De Sousa</cp:lastModifiedBy>
  <cp:revision>1</cp:revision>
  <dcterms:created xsi:type="dcterms:W3CDTF">2026-06-10T14:03:28Z</dcterms:created>
  <dcterms:modified xsi:type="dcterms:W3CDTF">2026-06-10T14:03:28Z</dcterms:modified>
</cp:coreProperties>
</file>
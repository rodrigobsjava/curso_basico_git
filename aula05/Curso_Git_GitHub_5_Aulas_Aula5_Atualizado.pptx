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Curso Rápido de Git e GitHub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7E8F9"/>
                </a:solidFill>
              </a:rPr>
              <a:t>5 aulas práticas para iniciantes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2344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0608" y="1399032"/>
            <a:ext cx="119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versiona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98280" y="123444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08008" y="1399032"/>
            <a:ext cx="119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GitHub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publica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58200" y="1783080"/>
            <a:ext cx="640080" cy="0"/>
          </a:xfrm>
          <a:prstGeom prst="line">
            <a:avLst/>
          </a:prstGeom>
          <a:noFill/>
          <a:ln w="12700">
            <a:solidFill>
              <a:srgbClr val="F8FAF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51460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34D399">
              <a:alpha val="95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6151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aprender fazendo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514600"/>
            <a:ext cx="1097280" cy="411480"/>
          </a:xfrm>
          <a:prstGeom prst="roundRect">
            <a:avLst>
              <a:gd name="adj" fmla="val 22222"/>
            </a:avLst>
          </a:prstGeom>
          <a:solidFill>
            <a:srgbClr val="67E8F9">
              <a:alpha val="95000"/>
            </a:srgbClr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2615184"/>
            <a:ext cx="877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terminal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251460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FBBF24">
              <a:alpha val="9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615184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portfólio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5212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Material para apresentação em sala, roteiro de 5 encontros e diagramas para explicar o fluxo Git/GitHub.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do curso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Cada encontro termina com uma entrega prática.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93392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Aula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Primeiros passos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Repo local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13432" y="2304288"/>
            <a:ext cx="52120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1993392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Aula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Commits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Histórico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53712" y="2304288"/>
            <a:ext cx="52120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1993392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Aula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GitHub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66360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Push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93992" y="2304288"/>
            <a:ext cx="52120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A78BFA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1993392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Aula 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Branches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06640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Feature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34272" y="2304288"/>
            <a:ext cx="52120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46920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FB923C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6648" y="1993392"/>
            <a:ext cx="1380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Aula 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Merge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46920" y="2926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Portfólio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800600"/>
            <a:ext cx="98755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Formato: 10 min conceito, 15 min demonstração, 25 min prática, 10 min revisão.
</a:t>
            </a:r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Foco: comandos essenciais, sem Git Flow, rebase ou CI/CD.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mental do Git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 aluno precisa entender este caminho antes de decorar comandos.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Arquivos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alterados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67712" y="2240280"/>
            <a:ext cx="6126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18288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993392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 add 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Stage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16552" y="2240280"/>
            <a:ext cx="6126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8288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993392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 commit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Histórico local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93992" y="2240280"/>
            <a:ext cx="6126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8288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B923C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1993392"/>
            <a:ext cx="1289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 push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GitHub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05840" y="388620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023360"/>
            <a:ext cx="4242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"mensagem"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931920"/>
            <a:ext cx="49377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• Use a analogia: Git é o caderno de versões; GitHub é a estante online.
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• Commit bom explica intenção, não apenas o arquivo alterado.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Primeiros Passos com Git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Objetivo: criar o primeiro repositório local.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Curso Git e GitHub • Aula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42062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Entender Git x GitHub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Instalar e verificar Git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Configurar nome e e-mail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Criar repositório com git init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0992" y="1325880"/>
            <a:ext cx="49743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"Seu Nome"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"email@gmail.com"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meu-primeiro-projeto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meu-primeiro-projeto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480060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4965192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Tarefa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apresentacao-pessoal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Commits e Histórico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Objetivo: salvar versões do projeto com mensagens claras.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Curso Git e GitHub • Aula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9933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Arquivo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alterado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31720" y="2212848"/>
            <a:ext cx="548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18288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9933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 add 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preparado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2212848"/>
            <a:ext cx="548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0" y="18288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993392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 commit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versão salva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12280" y="2212848"/>
            <a:ext cx="548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60920" y="182880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A78BFA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1993392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 log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histórico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65760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794760"/>
            <a:ext cx="4425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cria README"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703320"/>
            <a:ext cx="44805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Prática: criar sobre-mim.txt e commitar.
</a:t>
            </a:r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Tarefa: fazer 3 commits: nome, curso e contato.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GitHub na Prática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Objetivo: publicar o projeto local no GitHub.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Curso Git e GitHub • Aula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9339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Projeto 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computador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90688" y="199339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GitHub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remoto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71800" y="2057400"/>
            <a:ext cx="4663440" cy="0"/>
          </a:xfrm>
          <a:prstGeom prst="line">
            <a:avLst/>
          </a:prstGeom>
          <a:noFill/>
          <a:ln w="12700">
            <a:solidFill>
              <a:srgbClr val="F8FAF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663440" y="1691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git push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35240" y="2514600"/>
            <a:ext cx="-4663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663440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git pull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023360"/>
            <a:ext cx="5248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URL_DO_REPOSITORIO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3886200"/>
            <a:ext cx="39319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• Criar repositório no GitHub.
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• Conectar o remoto ao projeto local.
</a:t>
            </a:r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• Compartilhar o link com a turma.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4 — Branches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Objetivo: trabalhar em funcionalidades separadas.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Curso Git e GitHub • Aula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master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45920" y="1965960"/>
            <a:ext cx="5669280" cy="0"/>
          </a:xfrm>
          <a:prstGeom prst="line">
            <a:avLst/>
          </a:prstGeom>
          <a:noFill/>
          <a:ln w="12700">
            <a:solidFill>
              <a:srgbClr val="F8FAF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45920" y="1691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185623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85623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1691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85623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1691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85623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860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feature-foto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286000"/>
            <a:ext cx="640080" cy="457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83480" y="2971800"/>
            <a:ext cx="822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89120" y="2697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8848" y="286207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852160" y="2697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2862072"/>
            <a:ext cx="329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29768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434840"/>
            <a:ext cx="4242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feature-foto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4343400"/>
            <a:ext cx="43891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Prática: criar hobbies.txt na branch.
</a:t>
            </a:r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Tarefa: cada aluno cria sua feature.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5 — Merge e Projeto Final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Objetivo: unir alterações e simular trabalho em equipe.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Curso Git e GitHub • Aula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Merge é o momento em que a branch principal recebe a funcionalidade desenvolvida separadamente.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22860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45059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master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principal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31920" y="33832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354787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feature-foto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trabalho separado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22860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B923C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07808" y="2450592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master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com merge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97480" y="2697480"/>
            <a:ext cx="4754880" cy="0"/>
          </a:xfrm>
          <a:prstGeom prst="line">
            <a:avLst/>
          </a:prstGeom>
          <a:noFill/>
          <a:ln w="12700">
            <a:solidFill>
              <a:srgbClr val="F8FAF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06440" y="3657600"/>
            <a:ext cx="1645920" cy="-7772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" y="50749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5212080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feature-foto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5120640"/>
            <a:ext cx="4389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• A prática final consolida init, add, commit, push, branch e merge.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 Final — Mini Portfólio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Entrega final do curso: um repositório apresentável no GitHub.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6446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Curso Git e GitHub • Aula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54480"/>
            <a:ext cx="3694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sobre-mim.txt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habilidades.txt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hobbies.txt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contato.txt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5087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9008" y="16733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Criar arquivos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0920" y="1847088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55280" y="15087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6733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Commit inicial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46920" y="1847088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241280" y="150876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51008" y="1673352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Push GitHub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0" y="297180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A78BFA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313639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Branch habilidades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43800" y="3310128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297180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FB923C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313639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Commit feature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829800" y="3310128"/>
            <a:ext cx="548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378440" y="297180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88168" y="313639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Merge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" y="4023360"/>
            <a:ext cx="10607040" cy="2103120"/>
          </a:xfrm>
          <a:prstGeom prst="roundRect">
            <a:avLst>
              <a:gd name="adj" fmla="val 347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160520"/>
            <a:ext cx="10277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projeto inicial"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feature-habilidades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adiciona habilidades"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feature-habilidades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conclusão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Use no fim da última aula para validar a aprendizagem.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411480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• Repositório local criado
</a:t>
            </a:r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• Commits com mensagens claras
</a:t>
            </a:r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• Projeto publicado no GitHub
</a:t>
            </a:r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• Branch criada e utilizada
</a:t>
            </a:r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• Merge realizado com sucesso
</a:t>
            </a:r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• Mini portfólio disponível no GitHub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59168" y="2221992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Aluno pronto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para projetos básicos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3657600"/>
            <a:ext cx="914400" cy="411480"/>
          </a:xfrm>
          <a:prstGeom prst="roundRect">
            <a:avLst>
              <a:gd name="adj" fmla="val 22222"/>
            </a:avLst>
          </a:prstGeom>
          <a:solidFill>
            <a:srgbClr val="38BDF8">
              <a:alpha val="95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6328" y="3758184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Git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83880" y="365760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FBBF24">
              <a:alpha val="9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3758184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GitHub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46920" y="3657600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FB923C">
              <a:alpha val="95000"/>
            </a:srgbClr>
          </a:solidFill>
          <a:ln w="12700">
            <a:solidFill>
              <a:srgbClr val="FB923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6648" y="3758184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</a:rPr>
              <a:t>Portfólio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dos comandos essenciais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Folha de consulta rápida para os alunos.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371600"/>
            <a:ext cx="46085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"mensagem"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nova-branch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nome-da-branch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URL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45720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Use este slide como revisão final.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Explique que decorar vem depois; primeiro o aluno precisa entender o fluxo.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O projeto final deve ficar público no GitHub para servir como primeiro portfólio.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Orientações para ministrar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Como conduzir iniciantes sem sobrecarregar.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51206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Evite começar por comandos avançados.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Mostre erro comum no terminal e como ler a mensagem.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Peça que todos compartilhem a tela ou o link do repositório.
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Valorize commits pequenos e mensagens claras.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0" y="141732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5819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Conceito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83880" y="1755648"/>
            <a:ext cx="548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32520" y="141732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42248" y="1581912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Demo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40112" y="1755648"/>
            <a:ext cx="52120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561320" y="141732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71048" y="1581912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Prática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0" y="292608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A78BFA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309067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Dúvidas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06840" y="3264408"/>
            <a:ext cx="5486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55480" y="292608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B923C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65208" y="309067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Entrega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</a:rPr>
              <a:t>Fim do minicurso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 próxima etapa é aplicar Git e GitHub em projetos reais: Java, Spring Boot, React, Angular ou páginas HTML simples.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15544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22208" y="171907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Repositório publicado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309067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Histórico organizado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0" y="4206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70848" y="437083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</a:rPr>
              <a:t>Portfólio iniciado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Rápido de Git e GitHub — 5 Aulas Práticas</dc:title>
  <dc:subject>Curso Git e GitHub 5 aulas</dc:subject>
  <dc:creator>OpenAI</dc:creator>
  <cp:lastModifiedBy>OpenAI</cp:lastModifiedBy>
  <cp:revision>1</cp:revision>
  <dcterms:created xsi:type="dcterms:W3CDTF">2026-06-10T14:12:38Z</dcterms:created>
  <dcterms:modified xsi:type="dcterms:W3CDTF">2026-06-10T14:12:38Z</dcterms:modified>
</cp:coreProperties>
</file>